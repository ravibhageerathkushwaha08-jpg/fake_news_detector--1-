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417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TODAY   ·   ML EDITION   ·   TEXT CLASSIFICATION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1874520"/>
            <a:ext cx="10515600" cy="0"/>
          </a:xfrm>
          <a:prstGeom prst="line">
            <a:avLst/>
          </a:prstGeom>
          <a:noFill/>
          <a:ln w="12700">
            <a:solidFill>
              <a:srgbClr val="B9B3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0574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 NEWS DETECTION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D8C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Machine Learning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10515600" cy="0"/>
          </a:xfrm>
          <a:prstGeom prst="line">
            <a:avLst/>
          </a:prstGeom>
          <a:noFill/>
          <a:ln w="12700">
            <a:solidFill>
              <a:srgbClr val="B9B3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51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55371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8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8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0" y="4251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0" y="455371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8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8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Verifier"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955280" y="42519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0" y="4553712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8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labeled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8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Kushwaha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Submission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E1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331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News spreads faster than it can be checked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1ECE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130552"/>
            <a:ext cx="566928" cy="566928"/>
          </a:xfrm>
          <a:prstGeom prst="ellipse">
            <a:avLst/>
          </a:prstGeom>
          <a:solidFill>
            <a:srgbClr val="A3312A"/>
          </a:solidFill>
          <a:ln/>
        </p:spPr>
      </p:sp>
      <p:pic>
        <p:nvPicPr>
          <p:cNvPr id="6" name="Image 0" descr="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836" y="2255276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880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online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322783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or misleading headlines circulate widely on social media and messaging apps.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8745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1ECE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2130552"/>
            <a:ext cx="566928" cy="566928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11" name="Image 1" descr="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4156" y="2255276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880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verify manually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99432" y="322783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rarely have time to fact-check every headline they scroll past.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874520"/>
            <a:ext cx="3429000" cy="2148840"/>
          </a:xfrm>
          <a:prstGeom prst="roundRect">
            <a:avLst>
              <a:gd name="adj" fmla="val 3404"/>
            </a:avLst>
          </a:prstGeom>
          <a:solidFill>
            <a:srgbClr val="F1ECE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2130552"/>
            <a:ext cx="566928" cy="566928"/>
          </a:xfrm>
          <a:prstGeom prst="ellipse">
            <a:avLst/>
          </a:prstGeom>
          <a:solidFill>
            <a:srgbClr val="2F6B3A"/>
          </a:solidFill>
          <a:ln/>
        </p:spPr>
      </p:sp>
      <p:pic>
        <p:nvPicPr>
          <p:cNvPr id="16" name="Image 2" descr="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476" y="2255276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880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can help at scale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02752" y="3227832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text classifier can flag suspicious language patterns instantly.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343400"/>
            <a:ext cx="10881360" cy="0"/>
          </a:xfrm>
          <a:prstGeom prst="line">
            <a:avLst/>
          </a:prstGeom>
          <a:noFill/>
          <a:ln w="12700">
            <a:solidFill>
              <a:srgbClr val="C9C2A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4008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0080" y="4828032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3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complete, working ML pipeline — end to end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40080" y="534924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960120" y="5349240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 headline as REAL or FAKE using a simple, interpretable model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40080" y="567842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960120" y="5678424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the full pipeline: data → cleaning → features → training → evaluation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40080" y="600760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960120" y="6007608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model in a browser-based app so anyone can try it directly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— ML PROJECT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955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tools powering this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2E2C27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2286000"/>
            <a:ext cx="685800" cy="685800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6" name="Image 0" descr="icons/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4231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2057400" y="271576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26280" y="196596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2E2C27"/>
          </a:solidFill>
          <a:ln/>
        </p:spPr>
      </p:sp>
      <p:sp>
        <p:nvSpPr>
          <p:cNvPr id="10" name="Shape 7"/>
          <p:cNvSpPr/>
          <p:nvPr/>
        </p:nvSpPr>
        <p:spPr>
          <a:xfrm>
            <a:off x="4800600" y="2286000"/>
            <a:ext cx="685800" cy="685800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11" name="Image 1" descr="icons/pand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42316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5760720" y="271576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 &amp; cleaning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0" y="196596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2E2C27"/>
          </a:solidFill>
          <a:ln/>
        </p:spPr>
      </p:sp>
      <p:sp>
        <p:nvSpPr>
          <p:cNvPr id="15" name="Shape 11"/>
          <p:cNvSpPr/>
          <p:nvPr/>
        </p:nvSpPr>
        <p:spPr>
          <a:xfrm>
            <a:off x="8503920" y="2286000"/>
            <a:ext cx="685800" cy="685800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16" name="Image 2" descr="icons/sklea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080" y="24231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46404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464040" y="271576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Logistic Regression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822960" y="397764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2E2C27"/>
          </a:solidFill>
          <a:ln/>
        </p:spPr>
      </p:sp>
      <p:sp>
        <p:nvSpPr>
          <p:cNvPr id="20" name="Shape 15"/>
          <p:cNvSpPr/>
          <p:nvPr/>
        </p:nvSpPr>
        <p:spPr>
          <a:xfrm>
            <a:off x="1097280" y="4297680"/>
            <a:ext cx="685800" cy="685800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21" name="Image 3" descr="icons/flas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443484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057400" y="4343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2057400" y="472744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backend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26280" y="397764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2E2C27"/>
          </a:solidFill>
          <a:ln/>
        </p:spPr>
      </p:sp>
      <p:sp>
        <p:nvSpPr>
          <p:cNvPr id="25" name="Shape 19"/>
          <p:cNvSpPr/>
          <p:nvPr/>
        </p:nvSpPr>
        <p:spPr>
          <a:xfrm>
            <a:off x="4800600" y="4297680"/>
            <a:ext cx="685800" cy="685800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26" name="Image 4" descr="icons/html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43484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760720" y="4343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5760720" y="472744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structure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229600" y="3977640"/>
            <a:ext cx="3383280" cy="1691640"/>
          </a:xfrm>
          <a:prstGeom prst="roundRect">
            <a:avLst>
              <a:gd name="adj" fmla="val 4324"/>
            </a:avLst>
          </a:prstGeom>
          <a:solidFill>
            <a:srgbClr val="2E2C27"/>
          </a:solidFill>
          <a:ln/>
        </p:spPr>
      </p:sp>
      <p:sp>
        <p:nvSpPr>
          <p:cNvPr id="30" name="Shape 23"/>
          <p:cNvSpPr/>
          <p:nvPr/>
        </p:nvSpPr>
        <p:spPr>
          <a:xfrm>
            <a:off x="8503920" y="4297680"/>
            <a:ext cx="685800" cy="685800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31" name="Image 5" descr="icons/css3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41080" y="4434840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464040" y="43434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9464040" y="4727448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— ML PROJECT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7E1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labeled headlines, balanced REAL vs FAKE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200400" cy="4114800"/>
          </a:xfrm>
          <a:prstGeom prst="roundRect">
            <a:avLst>
              <a:gd name="adj" fmla="val 2286"/>
            </a:avLst>
          </a:prstGeom>
          <a:solidFill>
            <a:srgbClr val="F1ECE0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23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30175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ROWS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3520440"/>
            <a:ext cx="2468880" cy="0"/>
          </a:xfrm>
          <a:prstGeom prst="line">
            <a:avLst/>
          </a:prstGeom>
          <a:noFill/>
          <a:ln w="12700">
            <a:solidFill>
              <a:srgbClr val="C9C2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70332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F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0080" y="422452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370332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3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240280" y="422452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150" kern="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4709160"/>
            <a:ext cx="2468880" cy="0"/>
          </a:xfrm>
          <a:prstGeom prst="line">
            <a:avLst/>
          </a:prstGeom>
          <a:noFill/>
          <a:ln w="12700">
            <a:solidFill>
              <a:srgbClr val="C9C2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8646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columns: text, label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5230368"/>
            <a:ext cx="2834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sample data — runs with zero setup, no download needed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60520" y="1828800"/>
            <a:ext cx="7406640" cy="1783080"/>
          </a:xfrm>
          <a:prstGeom prst="roundRect">
            <a:avLst>
              <a:gd name="adj" fmla="val 4103"/>
            </a:avLst>
          </a:prstGeom>
          <a:solidFill>
            <a:srgbClr val="F1ECE0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2103120"/>
            <a:ext cx="1143000" cy="457200"/>
          </a:xfrm>
          <a:prstGeom prst="roundRect">
            <a:avLst>
              <a:gd name="adj" fmla="val 12000"/>
            </a:avLst>
          </a:prstGeom>
          <a:ln w="28575">
            <a:solidFill>
              <a:srgbClr val="2F6B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21031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2F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434840" y="269748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23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Reserve Bank of India announced a new policy, according to an official statement.”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60520" y="3886200"/>
            <a:ext cx="7406640" cy="1783080"/>
          </a:xfrm>
          <a:prstGeom prst="roundRect">
            <a:avLst>
              <a:gd name="adj" fmla="val 4103"/>
            </a:avLst>
          </a:prstGeom>
          <a:solidFill>
            <a:srgbClr val="F1ECE0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34840" y="4160520"/>
            <a:ext cx="1143000" cy="457200"/>
          </a:xfrm>
          <a:prstGeom prst="roundRect">
            <a:avLst>
              <a:gd name="adj" fmla="val 12000"/>
            </a:avLst>
          </a:prstGeom>
          <a:ln w="28575">
            <a:solidFill>
              <a:srgbClr val="A331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416052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A3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34840" y="4754880"/>
            <a:ext cx="6858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23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“Scientists reveal secret cure doctors don't want you to know. Share this before it gets deleted!!!”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— ML PROJECT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7E1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five-step pipeline, start to finish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761592" y="3063240"/>
            <a:ext cx="8668512" cy="0"/>
          </a:xfrm>
          <a:prstGeom prst="line">
            <a:avLst/>
          </a:prstGeom>
          <a:noFill/>
          <a:ln w="19050">
            <a:solidFill>
              <a:srgbClr val="C9C2A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78612" y="228600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F1ECE0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78128" y="2578608"/>
            <a:ext cx="566928" cy="566928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7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2852" y="2703332"/>
            <a:ext cx="317480" cy="317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8612" y="3337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15772" y="3657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Data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5772" y="4096512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news.csv with pandas — text + label columns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945740" y="228600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F1ECE0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45256" y="2578608"/>
            <a:ext cx="566928" cy="566928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13" name="Image 1" descr="icons/fil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9980" y="2703332"/>
            <a:ext cx="317480" cy="317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45740" y="3337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082900" y="3657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 Text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082900" y="4096512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Lowercase, strip punctuation, numbers &amp; links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112868" y="228600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F1ECE0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812384" y="2578608"/>
            <a:ext cx="566928" cy="566928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19" name="Image 2" descr="icons/co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108" y="2703332"/>
            <a:ext cx="317480" cy="317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12868" y="3337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5250028" y="3657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 Vectorize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250028" y="4096512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words into weighted numeric features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279996" y="228600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F1ECE0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979512" y="2578608"/>
            <a:ext cx="566928" cy="566928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25" name="Image 3" descr="icons/b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4236" y="2703332"/>
            <a:ext cx="317480" cy="317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79996" y="3337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7417156" y="3657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Model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7417156" y="4096512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learns on 80% of the data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9447124" y="2286000"/>
            <a:ext cx="1965960" cy="3017520"/>
          </a:xfrm>
          <a:prstGeom prst="roundRect">
            <a:avLst>
              <a:gd name="adj" fmla="val 3721"/>
            </a:avLst>
          </a:prstGeom>
          <a:solidFill>
            <a:srgbClr val="F1ECE0"/>
          </a:solidFill>
          <a:ln/>
          <a:effectLst>
            <a:outerShdw sx="100000" sy="100000" kx="0" ky="0" algn="bl" rotWithShape="0" blurRad="63500" dist="254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10146640" y="2578608"/>
            <a:ext cx="566928" cy="566928"/>
          </a:xfrm>
          <a:prstGeom prst="ellipse">
            <a:avLst/>
          </a:prstGeom>
          <a:solidFill>
            <a:srgbClr val="2E4A6B"/>
          </a:solidFill>
          <a:ln/>
        </p:spPr>
      </p:sp>
      <p:pic>
        <p:nvPicPr>
          <p:cNvPr id="31" name="Image 4" descr="icons/clip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1364" y="2703332"/>
            <a:ext cx="317480" cy="317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447124" y="3337560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9584284" y="3657600"/>
            <a:ext cx="1691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3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9584284" y="4096512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on the remaining 20%, unseen by the model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cleaning function is reused in train.py, predict.py, and app.py — one source of truth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— ML PROJECT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8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7955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on data the model never trained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3931920" cy="3794760"/>
          </a:xfrm>
          <a:prstGeom prst="roundRect">
            <a:avLst>
              <a:gd name="adj" fmla="val 1928"/>
            </a:avLst>
          </a:prstGeom>
          <a:solidFill>
            <a:srgbClr val="2E2C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31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(TEST SET)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2F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held-out examples, 60 REAL + 60 FAKE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188720" y="4343400"/>
            <a:ext cx="3200400" cy="0"/>
          </a:xfrm>
          <a:prstGeom prst="line">
            <a:avLst/>
          </a:prstGeom>
          <a:noFill/>
          <a:ln w="12700">
            <a:solidFill>
              <a:srgbClr val="4A47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572000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D8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 &amp; F1 all scored 1.00 for both classes on this sample dataset.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52578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on a small, template-based dataset — the real test is the live demo on the next slides.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080" y="196596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78040" y="21031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46320" y="291922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95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178040" y="240487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595360" y="240487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60720" y="278892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60720" y="4206240"/>
            <a:ext cx="14173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78040" y="2788920"/>
            <a:ext cx="1362456" cy="1362456"/>
          </a:xfrm>
          <a:prstGeom prst="rect">
            <a:avLst/>
          </a:prstGeom>
          <a:solidFill>
            <a:srgbClr val="2F6B3A"/>
          </a:solidFill>
          <a:ln w="25400">
            <a:solidFill>
              <a:srgbClr val="2321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78040" y="2788920"/>
            <a:ext cx="136245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595360" y="2788920"/>
            <a:ext cx="1362456" cy="1362456"/>
          </a:xfrm>
          <a:prstGeom prst="rect">
            <a:avLst/>
          </a:prstGeom>
          <a:solidFill>
            <a:srgbClr val="3A372F"/>
          </a:solidFill>
          <a:ln w="25400">
            <a:solidFill>
              <a:srgbClr val="2321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2788920"/>
            <a:ext cx="136245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9B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7178040" y="4206240"/>
            <a:ext cx="1362456" cy="1362456"/>
          </a:xfrm>
          <a:prstGeom prst="rect">
            <a:avLst/>
          </a:prstGeom>
          <a:solidFill>
            <a:srgbClr val="3A372F"/>
          </a:solidFill>
          <a:ln w="25400">
            <a:solidFill>
              <a:srgbClr val="23211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78040" y="4206240"/>
            <a:ext cx="136245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9B3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8595360" y="4206240"/>
            <a:ext cx="1362456" cy="1362456"/>
          </a:xfrm>
          <a:prstGeom prst="rect">
            <a:avLst/>
          </a:prstGeom>
          <a:solidFill>
            <a:srgbClr val="2F6B3A"/>
          </a:solidFill>
          <a:ln w="25400">
            <a:solidFill>
              <a:srgbClr val="2321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0" y="4206240"/>
            <a:ext cx="1362456" cy="1362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— ML PROJECT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7E1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Verifier” — paste a headline, get a verdict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457200" cy="457200"/>
          </a:xfrm>
          <a:prstGeom prst="ellipse">
            <a:avLst/>
          </a:prstGeom>
          <a:solidFill>
            <a:srgbClr val="2F6B3A"/>
          </a:solidFill>
          <a:ln/>
        </p:spPr>
      </p:sp>
      <p:pic>
        <p:nvPicPr>
          <p:cNvPr id="5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20688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9476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80160" y="226771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/predict route loads the saved model + vectorizer and returns a JSON verdict.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2F6B3A"/>
          </a:solidFill>
          <a:ln/>
        </p:spPr>
      </p:sp>
      <p:pic>
        <p:nvPicPr>
          <p:cNvPr id="9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321183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0906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cleaning logic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280160" y="341071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is cleaned exactly like during training, so predictions stay consistent.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2F6B3A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35483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2336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280160" y="4553712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 calls the API and animates a REAL/FAKE stamp with a confidence score.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5120640" y="1783080"/>
            <a:ext cx="6400800" cy="4617720"/>
          </a:xfrm>
          <a:prstGeom prst="roundRect">
            <a:avLst>
              <a:gd name="adj" fmla="val 1188"/>
            </a:avLst>
          </a:prstGeom>
          <a:solidFill>
            <a:srgbClr val="23211D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5623560" y="2240280"/>
            <a:ext cx="5394960" cy="3703320"/>
          </a:xfrm>
          <a:prstGeom prst="roundRect">
            <a:avLst>
              <a:gd name="adj" fmla="val 741"/>
            </a:avLst>
          </a:prstGeom>
          <a:solidFill>
            <a:srgbClr val="F1ECE0"/>
          </a:solidFill>
          <a:ln/>
        </p:spPr>
      </p:sp>
      <p:sp>
        <p:nvSpPr>
          <p:cNvPr id="18" name="Text 13"/>
          <p:cNvSpPr/>
          <p:nvPr/>
        </p:nvSpPr>
        <p:spPr>
          <a:xfrm>
            <a:off x="5623560" y="2468880"/>
            <a:ext cx="539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TODAY · VOL. I · ML EDITION</a:t>
            </a:r>
            <a:endParaRPr lang="en-US" sz="800" dirty="0"/>
          </a:p>
        </p:txBody>
      </p:sp>
      <p:sp>
        <p:nvSpPr>
          <p:cNvPr id="19" name="Text 14"/>
          <p:cNvSpPr/>
          <p:nvPr/>
        </p:nvSpPr>
        <p:spPr>
          <a:xfrm>
            <a:off x="5623560" y="269748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VERIFIER</a:t>
            </a:r>
            <a:endParaRPr lang="en-US" sz="2600" dirty="0"/>
          </a:p>
        </p:txBody>
      </p:sp>
      <p:sp>
        <p:nvSpPr>
          <p:cNvPr id="20" name="Shape 15"/>
          <p:cNvSpPr/>
          <p:nvPr/>
        </p:nvSpPr>
        <p:spPr>
          <a:xfrm>
            <a:off x="5989320" y="3246120"/>
            <a:ext cx="4663440" cy="0"/>
          </a:xfrm>
          <a:prstGeom prst="line">
            <a:avLst/>
          </a:prstGeom>
          <a:noFill/>
          <a:ln w="19050">
            <a:solidFill>
              <a:srgbClr val="23211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989320" y="3474720"/>
            <a:ext cx="4663440" cy="7772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9525">
            <a:solidFill>
              <a:srgbClr val="23211D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6126480" y="3474720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reveal secret cure doctors don't want you to know...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9098280" y="4389120"/>
            <a:ext cx="1554480" cy="411480"/>
          </a:xfrm>
          <a:prstGeom prst="roundRect">
            <a:avLst>
              <a:gd name="adj" fmla="val 6667"/>
            </a:avLst>
          </a:prstGeom>
          <a:solidFill>
            <a:srgbClr val="23211D"/>
          </a:solidFill>
          <a:ln/>
        </p:spPr>
      </p:sp>
      <p:sp>
        <p:nvSpPr>
          <p:cNvPr id="24" name="Text 19"/>
          <p:cNvSpPr/>
          <p:nvPr/>
        </p:nvSpPr>
        <p:spPr>
          <a:xfrm>
            <a:off x="9098280" y="43891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360920" y="5120640"/>
            <a:ext cx="1920240" cy="685800"/>
          </a:xfrm>
          <a:prstGeom prst="roundRect">
            <a:avLst>
              <a:gd name="adj" fmla="val 8000"/>
            </a:avLst>
          </a:prstGeom>
          <a:ln w="44450">
            <a:solidFill>
              <a:srgbClr val="A3312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7360920" y="51206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200" kern="0" dirty="0">
                <a:solidFill>
                  <a:srgbClr val="A3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</a:t>
            </a:r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5623560" y="589788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89.77%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— ML PROJECT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7E1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output from the running app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1ECE0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40280"/>
            <a:ext cx="1737360" cy="822960"/>
          </a:xfrm>
          <a:prstGeom prst="roundRect">
            <a:avLst>
              <a:gd name="adj" fmla="val 6667"/>
            </a:avLst>
          </a:prstGeom>
          <a:ln w="38100">
            <a:solidFill>
              <a:srgbClr val="A331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2402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150" kern="0" dirty="0">
                <a:solidFill>
                  <a:srgbClr val="A331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FAKE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063240" y="2130552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23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"Scientists reveal secret cure doctors don't want you to know."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0" y="22585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20" kern="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01200" y="249631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89.77%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10881360" cy="1554480"/>
          </a:xfrm>
          <a:prstGeom prst="roundRect">
            <a:avLst>
              <a:gd name="adj" fmla="val 4706"/>
            </a:avLst>
          </a:prstGeom>
          <a:solidFill>
            <a:srgbClr val="F1ECE0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60120" y="4069080"/>
            <a:ext cx="1737360" cy="822960"/>
          </a:xfrm>
          <a:prstGeom prst="roundRect">
            <a:avLst>
              <a:gd name="adj" fmla="val 6667"/>
            </a:avLst>
          </a:prstGeom>
          <a:ln w="38100">
            <a:solidFill>
              <a:srgbClr val="2F6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06908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spc="150" kern="0" dirty="0">
                <a:solidFill>
                  <a:srgbClr val="2F6B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063240" y="3959352"/>
            <a:ext cx="6309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23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Ministry of Health confirmed new guidelines, according to an official statement."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0" y="4087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120" kern="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601200" y="4325112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3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95.45%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predictions were produced by running predict.py against the trained model — not hand-picked.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— ML PROJECT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7E1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2E4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working pipeline — and clear 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1ECE0"/>
          </a:solidFill>
          <a:ln/>
          <a:effectLst>
            <a:outerShdw sx="100000" sy="100000" kx="0" ky="0" algn="bl" rotWithShape="0" blurRad="635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566928" cy="566928"/>
          </a:xfrm>
          <a:prstGeom prst="ellipse">
            <a:avLst/>
          </a:prstGeom>
          <a:solidFill>
            <a:srgbClr val="2F6B3A"/>
          </a:solidFill>
          <a:ln/>
        </p:spPr>
      </p:sp>
      <p:pic>
        <p:nvPicPr>
          <p:cNvPr id="6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4844" y="2319284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40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1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built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301752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pipeline: data, cleaning, TF-IDF, Logistic Regression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60120" y="3657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80160" y="365760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Command-line tool (predict.py) and a browser UI (app.py)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960120" y="42976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280160" y="429768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accuracy on the held-out test split of the sample data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60120" y="49377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80160" y="4937760"/>
            <a:ext cx="4343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3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documented, well-structured code with a README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080760" y="1874520"/>
            <a:ext cx="5440680" cy="4023360"/>
          </a:xfrm>
          <a:prstGeom prst="roundRect">
            <a:avLst>
              <a:gd name="adj" fmla="val 1818"/>
            </a:avLst>
          </a:prstGeom>
          <a:solidFill>
            <a:srgbClr val="23211D"/>
          </a:solidFill>
          <a:ln/>
        </p:spPr>
      </p:sp>
      <p:sp>
        <p:nvSpPr>
          <p:cNvPr id="17" name="Shape 14"/>
          <p:cNvSpPr/>
          <p:nvPr/>
        </p:nvSpPr>
        <p:spPr>
          <a:xfrm>
            <a:off x="6400800" y="2194560"/>
            <a:ext cx="566928" cy="566928"/>
          </a:xfrm>
          <a:prstGeom prst="ellipse">
            <a:avLst/>
          </a:prstGeom>
          <a:solidFill>
            <a:srgbClr val="A3312A"/>
          </a:solidFill>
          <a:ln/>
        </p:spPr>
      </p:sp>
      <p:pic>
        <p:nvPicPr>
          <p:cNvPr id="18" name="Image 1" descr="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524" y="2319284"/>
            <a:ext cx="317480" cy="317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78040" y="2240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640080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720840" y="301752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a real-world dataset (e.g. Kaggle Fake &amp; Real News)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400800" y="3657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720840" y="36576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Naive Bayes and Random Forest baselines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6400800" y="42976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6720840" y="429768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stemming / lemmatization for cleaner features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400800" y="49377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8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6720840" y="493776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8C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Flask app online so it's shareable via a link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DETECTION — ML PROJECT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8C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welcome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3977640"/>
            <a:ext cx="10515600" cy="0"/>
          </a:xfrm>
          <a:prstGeom prst="line">
            <a:avLst/>
          </a:prstGeom>
          <a:noFill/>
          <a:ln w="12700">
            <a:solidFill>
              <a:srgbClr val="4A47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2E2C27"/>
          </a:solidFill>
          <a:ln/>
        </p:spPr>
      </p:sp>
      <p:pic>
        <p:nvPicPr>
          <p:cNvPr id="6" name="Image 0" descr="icons/git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6117" y="4365117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425196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github.com/ravibhageerathkushwaha08-jpg/fake_news_detector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4892040"/>
            <a:ext cx="502920" cy="502920"/>
          </a:xfrm>
          <a:prstGeom prst="ellipse">
            <a:avLst/>
          </a:prstGeom>
          <a:solidFill>
            <a:srgbClr val="2E2C27"/>
          </a:solidFill>
          <a:ln/>
        </p:spPr>
      </p:sp>
      <p:pic>
        <p:nvPicPr>
          <p:cNvPr id="9" name="Image 1" descr="icons/regnewspap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17" y="5005197"/>
            <a:ext cx="276606" cy="27660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489204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locally: pip install -r requirements.txt  →  python app.py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2296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B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Kushwaha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2026-08-16T12:14:54Z</dcterms:created>
  <dcterms:modified xsi:type="dcterms:W3CDTF">2026-08-16T12:14:54Z</dcterms:modified>
</cp:coreProperties>
</file>